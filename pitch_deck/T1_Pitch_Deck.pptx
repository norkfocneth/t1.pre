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Discipline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YOU IN THE TOP 1%?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548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 DECK •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is the most exploited asset on earth.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 on your phone is engineered to steal your focus. The average person loses 4+ hours daily.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20040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4h 37m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Daily Screen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560320"/>
            <a:ext cx="320040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unlocks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4114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Unlocks Per 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560320"/>
            <a:ext cx="320040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$455B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29600" y="4114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Economy Market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 is broken. Users know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approaches rely on guilt or complete blocks. Modern users want data-driven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Time Tools Are Useless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&amp; Google show raw numbers with zero intelligence. Users see data but gain no insights.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Apps Shame, Not Build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Forest and Opal use guilt or blocker bypass codes. They fight symptoms, not actual habit loops.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 Z Demands Proof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18-25 year olds want dynamic, verifiable feedback. They want a score to track their discipline.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Monetized Discipline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Duolingo gamified language acquisition. T1 is gamifying behavioral discipline.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doesn't block your phone. It scores your discipline.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behavior-intelligence engine measuring real digital patterns to compute a verifiable Focus 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3832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Score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 v5 engine scoring rolling behavior.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377440"/>
            <a:ext cx="33832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Leaderboards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discipline ranks against real peers.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33832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Proof-of-Focus Tokens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Discipline-backed tokens mined via focus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33832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Coach (On-Device)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Privacy-first, local intelligence nudging focus.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206240"/>
            <a:ext cx="33832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Sessions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timers with built-in anti-cheat rules.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4206240"/>
            <a:ext cx="33832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Badges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Dynamic, tier-based performance rankings.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Focus Score Engine v5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Telemetry-driven scoring algorithms built on personal baselines.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7-Day Rolling Baseline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logic evaluates today against user's own history.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Dual-Purpose Custom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 can be configured as Education or Entertainment.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Diminishing Returns Banding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calibrated difficulty bands with streak multipliers.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On-Device Raw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usage analysis computed completely locally.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77440"/>
            <a:ext cx="2743200" cy="2743200"/>
          </a:xfrm>
          <a:prstGeom prst="ellipse">
            <a:avLst/>
          </a:prstGeom>
          <a:solidFill>
            <a:srgbClr val="111111"/>
          </a:solidFill>
          <a:ln w="1016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7724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ENGINE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scores. One truth.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Holistic assessment that separates situational focus from total digital hygiene.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solidFill>
            <a:srgbClr val="11111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688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Score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progress towards your primary goal category relative to your rolling 7-day baseline. Rewards sessions, penalizes distractions.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Goal-Relative • Category Weights • Session Bonuses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120640" cy="3474720"/>
          </a:xfrm>
          <a:prstGeom prst="rect">
            <a:avLst/>
          </a:prstGeom>
          <a:solidFill>
            <a:srgbClr val="111111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Behaviour Score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Holistic evaluation of daily digital hygiene. Built from screen time volumes, unlock frequencies, app opens, and anti-cheat checks.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4937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Time • Unlocks • App Opens • Anti-Cheat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features. Not mockups.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core engine is fully implemented on Android, with a robust client-server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scores, screen times, unlocks, categories.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Coach (Local)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Privacy-focused chatbot parsing user patterns.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Timer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Haptic deep work sessions giving tokens.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219456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percentile-based status tiers.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Supabase-synced earned tokens ledger.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93192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4434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200+ classified apps with override rules.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Global, regional, and custom leagues.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3931920"/>
            <a:ext cx="2560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Sync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0" y="4434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token and telemetry queue.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to scored in 3 minutes.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frictionless initial user experience built on top of native API telemetry.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6459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Sign-In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PKCE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560320"/>
            <a:ext cx="16459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Username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560320"/>
            <a:ext cx="16459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8912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Goal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calibration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560320"/>
            <a:ext cx="16459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7220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usage 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2560320"/>
            <a:ext cx="16459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5528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Scan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telemetry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46920" y="2560320"/>
            <a:ext cx="16459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383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836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Focus Score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ECONOMY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Proof-of-Focus. Not Proof-of-Purchase.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 cannot be bought. It must be mined.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Mining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25m focus work to earn T1 tokens. Syncs to cloud ledger with validation.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Wager Leagues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 tokens on peer focus pools. Win by having the highest weekly focus score.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Token-Gated Store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Redeem tokens for premium app skins, avatars, and exclusive physical merchandise.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12064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P2P Exchange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decentralized ecosystem where tokens can be traded on open marketplaces.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category.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solutions shame users. T1 provides insights and economic incentives.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286000" cy="411480"/>
          </a:xfrm>
          <a:prstGeom prst="rect">
            <a:avLst/>
          </a:prstGeom>
          <a:solidFill>
            <a:srgbClr val="15151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2194560"/>
            <a:ext cx="1828800" cy="411480"/>
          </a:xfrm>
          <a:prstGeom prst="rect">
            <a:avLst/>
          </a:prstGeom>
          <a:solidFill>
            <a:srgbClr val="15151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194560"/>
            <a:ext cx="1828800" cy="411480"/>
          </a:xfrm>
          <a:prstGeom prst="rect">
            <a:avLst/>
          </a:prstGeom>
          <a:solidFill>
            <a:srgbClr val="15151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194560"/>
            <a:ext cx="1828800" cy="411480"/>
          </a:xfrm>
          <a:prstGeom prst="rect">
            <a:avLst/>
          </a:prstGeom>
          <a:solidFill>
            <a:srgbClr val="15151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2194560"/>
            <a:ext cx="1828800" cy="411480"/>
          </a:xfrm>
          <a:prstGeom prst="rect">
            <a:avLst/>
          </a:prstGeom>
          <a:solidFill>
            <a:srgbClr val="15151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32720" y="2194560"/>
            <a:ext cx="1828800" cy="411480"/>
          </a:xfrm>
          <a:prstGeom prst="rect">
            <a:avLst/>
          </a:prstGeom>
          <a:solidFill>
            <a:srgbClr val="15151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60604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Behavioral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26060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26060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26060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32720" y="26060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(0-99)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01752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Baseline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17520" y="30175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30175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30175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32720" y="30175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241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(7-Day)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342900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Leaderboard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17520" y="342900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342900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342900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03920" y="342900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332720" y="342900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241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(Ranked)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31520" y="384048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3886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Economy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17520" y="384048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846320" y="384048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384048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503920" y="384048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0332720" y="384048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4241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(Proof-of-Focus)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31520" y="425196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" y="4297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Wager Leagues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17520" y="425196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846320" y="425196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675120" y="425196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503920" y="425196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9536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0332720" y="425196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42416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(Staked Pool)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31520" y="466344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296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AI Coach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17520" y="46634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0896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846320" y="46634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3776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675120" y="46634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03920" y="46634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9536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0332720" y="466344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42416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(On-Device)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31520" y="5074920"/>
            <a:ext cx="22860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" y="5120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Overrides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017520" y="50749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08960" y="5120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846320" y="50749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37760" y="5120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6675120" y="50749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66560" y="5120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03920" y="50749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95360" y="5120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10332720" y="5074920"/>
            <a:ext cx="1828800" cy="411480"/>
          </a:xfrm>
          <a:prstGeom prst="rect">
            <a:avLst/>
          </a:prstGeom>
          <a:solidFill>
            <a:srgbClr val="05050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424160" y="5120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(Dual-Purpose)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revenue streams. Zero ads. Zero data sales.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monetize premium utility and commerce — not attention.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383280" cy="3474720"/>
          </a:xfrm>
          <a:prstGeom prst="rect">
            <a:avLst/>
          </a:prstGeom>
          <a:solidFill>
            <a:srgbClr val="11111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Premium Subscription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₹149 / month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Unlocks advanced trend intelligence, custom focus skins, and priority global ranking.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383280" cy="34747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Token-Gated Apparel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Tokens Only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Scarcity-driven physical hoodies, caps, and t-shirts purchasable exclusively with mined tokens.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383280" cy="34747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TERTIARY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Wager League Platform Rake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 - 10% Fee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40233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rake on competitive focus wager pools. Staked pools are processed through Supabase.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Production-grade stack.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with a local-first repository pattern and secure cloud endpoints.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56032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Kotlin • Jetpack Compose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3 • MVVM 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256032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DB Storage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/ Room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DataStore Preferences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56032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• 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(RLS)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2377440"/>
            <a:ext cx="256032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32918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OAuth 2.0 PKCE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 local, TLS 1.3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&amp;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 stays on your device.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is computed, not just promised. Our architecture secures raw telemetry on-device.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120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On-Device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focus calculations occur locally on the SQLite client. Raw usage stats are never sent to the cloud database.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120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Third-Party SDKs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do not run advertising, tracking, or marketing scripts. Revenue is aligned with user goals.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120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Deletion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Compliant with Google Play policies. Permanent removal of all profile metadata from Supabase in seconds.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023360"/>
            <a:ext cx="5120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Backups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72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Room databases are isolated. Transport layers utilize strict TLS 1.3 encryption protocols.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launch to economy.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staged execution roadmap scaling verification from app utilities to web3 economies.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011680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1 -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Play Store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production client. Finalize scoring engines and dynamic rankings.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2377440"/>
            <a:ext cx="2011680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2 - Q4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99232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Wager Leagues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35661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multiplayer staking pools and T1 Premium subscription.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4064" y="2377440"/>
            <a:ext cx="2011680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3 - Q1 2027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75504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Commerce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504" y="35661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gated physical merchandise marketplace.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0336" y="2377440"/>
            <a:ext cx="2011680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776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4 - Q2 2027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51776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P2P Trading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51776" y="35661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Decentralized focus trading marketplace and corporate dashboards.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36608" y="2377440"/>
            <a:ext cx="2011680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28048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5 - Q4 2027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28048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iOS Client &amp;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28048" y="35661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Swift iOS app. Unified cross-platform leaderboards.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 steals your attention.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scores it.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you in the Top 1%?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2026-08-25T02:40:49Z</dcterms:created>
  <dcterms:modified xsi:type="dcterms:W3CDTF">2026-08-25T02:40:49Z</dcterms:modified>
</cp:coreProperties>
</file>