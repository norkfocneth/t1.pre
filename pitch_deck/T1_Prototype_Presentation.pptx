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5912" cy="539496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pic>
        <p:nvPicPr>
          <p:cNvPr id="3" name="Image 0" descr="c:/Users/FOCNETH/OneDrive/Desktop/T1.pre/play_store_assets/t1_app_icon_512x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280160"/>
            <a:ext cx="1097280" cy="1097280"/>
          </a:xfrm>
          <a:prstGeom prst="ellipse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560320" y="1371600"/>
            <a:ext cx="3017520" cy="320040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0" y="1371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SOURCE &amp; INNOVATION TRACK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280160" y="26060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150" kern="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 : TOP 1%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280160" y="3383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Proof-of-Focus Engine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280160" y="39319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local-first, relative behavioral mirror curing psychological reactance, replacing naive app-blockers, and transforming deep cognitive discipline into verifiable proof-of-work.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280160" y="493776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17320" y="50292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ARCHITECTURE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417320" y="5303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 16 (SDK 36) Native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703320" y="493776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0" y="50292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 STANDARD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840480" y="5303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On-Device Zero-Cloud Telemetry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26480" y="493776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50292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INFRASTRUCTURE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263640" y="5303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PostgreSQL + RLS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549640" y="493776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0" y="50292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LEAD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686800" y="5303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Arnav Raj // Candidate Submission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0725912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560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// THE CIVILIZATIONAL CRISIS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 (TOP 1%) — THE PROOF-OF-FOCUS ENGINE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64008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HACKFRONT INDIA 2026 // PROTOTYPE SUBMISSION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Trillion-Dollar Attention Crisis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Algorithmic feeds engineered by AI supercomputers vs. human cognitive agency.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3410712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24028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$1.8 TRILLION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LOST PRODUCTIVITY ANNUALLY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108960"/>
            <a:ext cx="28620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economic output lost to fragmented micro-distractions and doomscrolling loops.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965960"/>
            <a:ext cx="3410712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24028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4.8 HOURS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63440" y="278892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MINDLESS SCROLLING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3108960"/>
            <a:ext cx="28620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daily screen time squandered by ambitious students and solo builders on social feeds.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965960"/>
            <a:ext cx="3410712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24028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87% CHURN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321040" y="278892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BLOCKER UNINSTALL 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21040" y="3108960"/>
            <a:ext cx="28620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disable or uninstall traditional blockers within 48 hours due to psychological reactance.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297680"/>
            <a:ext cx="10725912" cy="178308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4805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FUNDAMENTAL FAILURES IN EXISTING SOLUTIONS: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05840" y="4846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The Toddler Paradox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51663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Blockers rely on rigid VPN locks. Adults require Slack or WhatsApp for urgent work, forcing them to bypass the lock.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80560" y="4846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Zero Proof-of-Work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80560" y="51663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Physical workouts build muscle; coding builds GitHub commits. Deep cognitive focus currently leaves behind zero proof.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955280" y="4846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Passive Digital Shame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51663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Apple Screen Time displays retrospective charts that induce guilt rather than actionable competitive desire.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0725912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560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// CORE PHILOSOPHY &amp; PARADIGM SHIFT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 (TOP 1%) — THE PROOF-OF-FOCUS ENGINE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64008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HACKFRONT INDIA 2026 // PROTOTYPE SUBMISSION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Block. Upgrade.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artificial friction fails, and why relative behavioral mirrors create lasting discipline.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516636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240280"/>
            <a:ext cx="2194560" cy="320040"/>
          </a:xfrm>
          <a:prstGeom prst="roundRect">
            <a:avLst>
              <a:gd name="adj" fmla="val 2285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40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LEGACY APP BLOCKERS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97280" y="27889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 Naive VPN &amp; Accessibility Locks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25880" y="3017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Blocks apps with rigid locks that get uninstalled in emergencies.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344728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 Arbitrary Global Caps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25880" y="367588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Telling everyone to spend '&lt;2 hours' ignores diverse life realities.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410565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 Triggers Psychological Reactance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25880" y="433425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humans are told 'NO', their natural instinct is to find a workaround.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4764024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 Zero Social Accountability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25880" y="499262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Isolation leads to secret relapse in bedroom at 2 AM.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" y="54223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 Zero Economic Upside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25880" y="56509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Saved hours evaporate into Netflix with zero tangible proof.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1965960"/>
            <a:ext cx="5193792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2240280"/>
            <a:ext cx="2468880" cy="320040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240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 PROOF-OF-FOCUS ENGINE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29400" y="27889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Unfiltered Behavioral Mirror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3017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artificial locks. You can open any app, but your score decays.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29400" y="344728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Personalized 7-Day Baseline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67588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only compete against your own rolling 7-day average.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29400" y="410565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Dignity &amp; Autonomous Willpower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433425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real neuroplastic discipline rather than reliance on a cage.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29400" y="4764024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1v1 Focus Fight Arena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499262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Peer-to-peer multiplayer duels with real token pots at stake.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29400" y="54223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Verifiable Proof-of-Focus (PoF)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0" y="56509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Concentration mints un-purchasable tokens redeemable for luxury merch.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0725912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560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// TECHNICAL ARCHITECTURE &amp; PRIVACY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 (TOP 1%) — THE PROOF-OF-FOCUS ENGINE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64008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HACKFRONT INDIA 2026 // PROTOTYPE SUBMISSION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Local-First Architecture &amp; Zero-Cloud Telemetry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Enterprise-grade security: Complete on-device processing with zero personal data leakage.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240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Android UsageStatsManager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06240" y="2240280"/>
            <a:ext cx="1508760" cy="256032"/>
          </a:xfrm>
          <a:prstGeom prst="roundRect">
            <a:avLst>
              <a:gd name="adj" fmla="val 2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22402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BATTERY: &lt;1.2% / 24H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05840" y="265176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Polls OS event deltas natively without intrusive accessibility services or battery-draining VPN proxies. Ingests foreground transitions strictly inside sandboxed SQLite.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96596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240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7-Day Rolling Decay Math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46920" y="2240280"/>
            <a:ext cx="1508760" cy="256032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46920" y="22402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NORMALIZED 0 - 99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446520" y="265176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Mathematical engine compares today's distraction time against an exponentially weighted 7-day average. Intra-day normalization prevents runaway scores and anchors to morning baseline.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11480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389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Supabase Row Level Security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06240" y="4389120"/>
            <a:ext cx="1508760" cy="256032"/>
          </a:xfrm>
          <a:prstGeom prst="roundRect">
            <a:avLst>
              <a:gd name="adj" fmla="val 21429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438912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RLS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05840" y="480060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Browsing habits, app lists, and private messages NEVER leave the phone. Supabase only synchronizes authenticated user profile scores (auth.uid() = id) and active 1v1 duel state.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411480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4389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Target SDK 36 (Android 16)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46920" y="4389120"/>
            <a:ext cx="1508760" cy="256032"/>
          </a:xfrm>
          <a:prstGeom prst="roundRect">
            <a:avLst>
              <a:gd name="adj" fmla="val 21429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46920" y="438912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VERIFIED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446520" y="480060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Engineered in Kotlin, Jetpack Compose, and Hilt Clean Architecture. Proguard R8 minified, zero runtime reflections, and signed release APK ready for Google Play Store.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0725912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560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// LIVE PROTOTYPE WALKTHROUGH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 (TOP 1%) — THE PROOF-OF-FOCUS ENGINE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64008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HACKFRONT INDIA 2026 // PROTOTYPE SUBMISSION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T1 Experience: Real-Time Focus Dashboard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central home canvas featuring the normalized 0-99 Focus Glow Ring and offline 3D AI Coach.</a:t>
            </a:r>
            <a:endParaRPr lang="en-US" sz="1300" dirty="0"/>
          </a:p>
        </p:txBody>
      </p:sp>
      <p:pic>
        <p:nvPicPr>
          <p:cNvPr id="8" name="Image 0" descr="c:/Users/FOCNETH/OneDrive/Desktop/T1.pre/play_store_assets/screenshot_1_home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2148840" cy="429768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108960" y="1874520"/>
            <a:ext cx="834847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37560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023360" y="203911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Canvas Glow Ring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23360" y="231343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Radial glow ring dynamically shifts color based on cognitive health: Crimson (&lt;50), Amber (50-79), and Obsidian Cyan (80-99 Top 1%). Smooth hardware-accelerated Bezier arcs.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108960" y="2953512"/>
            <a:ext cx="834847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7560" y="31181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023360" y="311810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Relative 7-Day Performance Mirror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023360" y="3392424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cards show exact minutes saved versus your 7-day average. Focus is rewarded dynamically; beating your baseline mints PoF tokens automatically.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108960" y="4032504"/>
            <a:ext cx="834847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37560" y="41970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023360" y="419709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3D AI Focus Mascot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023360" y="4471416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High-contrast interactive companion analyzes usage velocity on-device and delivers instant contextual audits, eliminating procrastination triggers before they escalate.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108960" y="5111496"/>
            <a:ext cx="834847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37560" y="5276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023360" y="52760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Anti-Tamper Pomodoro Deep Work Timer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023360" y="555040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as a foreground service with continuous notification lock. Sessions require intentional commitment and award Proof-of-Focus tokens upon successful completion.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0725912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560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// MULTIPLAYER GAME THEORY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 (TOP 1%) — THE PROOF-OF-FOCUS ENGINE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64008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HACKFRONT INDIA 2026 // PROTOTYPE SUBMISSION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Fight: 1v1 Peer-to-Peer Battle Arena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High-stakes multiplayer duels with active app-minimization detection and automatic pot settlement.</a:t>
            </a:r>
            <a:endParaRPr lang="en-US" sz="1300" dirty="0"/>
          </a:p>
        </p:txBody>
      </p:sp>
      <p:pic>
        <p:nvPicPr>
          <p:cNvPr id="8" name="Image 0" descr="c:/Users/FOCNETH/OneDrive/Desktop/T1.pre/play_store_assets/t1_minimalist_screen_4_live_split_are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2148840" cy="429768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108960" y="1874520"/>
            <a:ext cx="834847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3280" y="202082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Real Fighter Discovery &amp; 0-Based Stats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418320" y="2020824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0" y="202082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DISCOVERY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383280" y="23134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community fighters. Every fighter's stats (Fights, Wins, Losses, Win Rate %, Tokens Won) are calculated from real records in Supabase focus_fights table with zero fake mocks.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108960" y="2953512"/>
            <a:ext cx="834847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0" y="3099816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Wager Stakes &amp; Sprint Durations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418320" y="3099816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18320" y="309981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STAKE-BASED COMMITMENT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383280" y="339242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Challenger selects duel duration (15m, 25m, 45m) and stakes 10, 25, 50, or 100 tokens. Opponent receives high-priority Android system notification with instant Accept/Decline action.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108960" y="4032504"/>
            <a:ext cx="834847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83280" y="417880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Active App-Minimization Detection (Anti-Cheat)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9418320" y="4178808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418320" y="417880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PROPRIETARY DETECTION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383280" y="447141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During the duel, Android Lifecycle observers track if either participant switches to Instagram, YouTube, or background tasks. Timer immediately freezes with 'App minimized • Timer paused' penalty.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108960" y="5111496"/>
            <a:ext cx="834847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383280" y="52578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Instant Forfeit &amp; Pot Settlement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9418320" y="5257800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418320" y="52578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GAME-THEORETIC RESOLUTION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3383280" y="555040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an opponent surrenders or exits, the smart match engine awards instant victory and credits the full token pot to the winner. Zero dispute window.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0725912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560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// PROOF-OF-WORK TOKENOMICS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 (TOP 1%) — THE PROOF-OF-FOCUS ENGINE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64008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HACKFRONT INDIA 2026 // PROTOTYPE SUBMISSION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Proof-of-Focus (PoF) Token Economy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Un-purchasable tokens mined through cognitive sweat equity, redeemable for physical luxury streetwear.</a:t>
            </a:r>
            <a:endParaRPr lang="en-US" sz="1300" dirty="0"/>
          </a:p>
        </p:txBody>
      </p:sp>
      <p:pic>
        <p:nvPicPr>
          <p:cNvPr id="8" name="Image 0" descr="c:/Users/FOCNETH/OneDrive/Desktop/T1.pre/play_store_assets/real_app_screenshots/07_merch_customizer_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2148840" cy="429768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108960" y="1874520"/>
            <a:ext cx="834847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3280" y="20574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Mined Only Through Cognitive Sweat Equity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418320" y="205740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0" y="20574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NON-INFLATABLE SUPPLY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383280" y="23774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Tokens CANNOT be bought with fiat currency or in-app purchases. The only way to mint T1 tokens is to beat your 7-day baseline, complete Pomodoro blocks, or win 1v1 Focus Fights.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108960" y="3291840"/>
            <a:ext cx="834847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0" y="34747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3D Merch Customizer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418320" y="347472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18320" y="3474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TANGIBLE UTILITY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383280" y="37947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streetwear customizer allowing users to toggle front, back, collar, and tag views of heavyweight minimalist tees and hoodies. Customized apparel is ordered using earned tokens.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108960" y="4709160"/>
            <a:ext cx="834847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83280" y="48920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Physical Proof-of-Work: Wearing Your Discipline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418320" y="489204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418320" y="4892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HIGH-STATUS PROOF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383280" y="5212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Unlike digital NFTs that live on screens, T1 merchandise is physical high-status proof that the wearer belongs to the Top 1% of cognitive performers globally.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0725912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560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// COMPETITIVE MOAT &amp; MARKET POSITIONING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 (TOP 1%) — THE PROOF-OF-FOCUS ENGINE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64008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HACKFRONT INDIA 2026 // PROTOTYPE SUBMISSION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T1 Dominates Existing Alternatives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Evaluating the competitive landscape across autonomy, privacy, gamification, and proof-of-work.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65960"/>
          <a:ext cx="10725912" cy="914400"/>
        </p:xfrm>
        <a:graphic>
          <a:graphicData uri="http://schemas.openxmlformats.org/drawingml/2006/table">
            <a:tbl>
              <a:tblPr/>
              <a:tblGrid>
                <a:gridCol w="2145182"/>
                <a:gridCol w="2145182"/>
                <a:gridCol w="2145182"/>
                <a:gridCol w="2145182"/>
                <a:gridCol w="214518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KEY CAPABILITY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T1 (TOP 1%)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FOREST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APPLE SCREEN TIME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Philosophical Approach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Autonomous Relative Mirror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Punitive VPN Blocking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Gamified Virtual Trees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Passive Retrospective Charts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Churn / Reactance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Near Zero (No forced locks)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 (Bypassed in crisis)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 (Trees get ignored)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Zero actionability (Ignored)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Multiplayer Focus Duels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 (1v1 Token Wagering)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(Group rooms only)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App-Minimization Penalty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 (Proprietary freeze)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Tangible Proof-of-Work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 (Physical Luxury Merch)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(Digital gems)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(Virtual coins)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Telemetry Privacy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 On-Device Local SQLite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Cloud Proxy Tunnel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Cloud Server Logged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On-Device (Passive only)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Pricing Model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Freemium + Merch Drop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$100/Year Subscription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 One-Time + Micro-IAP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Free OS Built-in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0725912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560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// PRODUCTION METRICS &amp; VALIDATION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 (TOP 1%) — THE PROOF-OF-FOCUS ENGINE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64008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HACKFRONT INDIA 2026 // PROTOTYPE SUBMISSION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Ready: Certified &amp; Benchmarked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Audited and verified on Android 16 (API 34/36) and live on production Vercel web edge.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240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Play Store Ready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06240" y="2240280"/>
            <a:ext cx="1508760" cy="256032"/>
          </a:xfrm>
          <a:prstGeom prst="roundRect">
            <a:avLst>
              <a:gd name="adj" fmla="val 2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22402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SDK 36 CERTIFIED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05840" y="265176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Fully compliant with Google Play Store 2026 developer requirements. Release APK signed with upload keystores, Proguard R8 optimized, 0 fatal crashes.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96596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240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Production Web Portal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646920" y="2240280"/>
            <a:ext cx="1508760" cy="256032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46920" y="22402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DEPLOYED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46520" y="265176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landing &amp; companion web interface active at t1premainweb-nine.vercel.app/home with institutional typography and responsive layout.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11480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389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Multiplayer Backend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06240" y="4389120"/>
            <a:ext cx="1508760" cy="256032"/>
          </a:xfrm>
          <a:prstGeom prst="roundRect">
            <a:avLst>
              <a:gd name="adj" fmla="val 21429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438912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POSTGRES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05840" y="480060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focus_fights table, instant push notifications with Android 13+ permission flow, and sub-second polling for real-time multiplayer duels.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411480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4389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Ultra-Low Battery Footprint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646920" y="4389120"/>
            <a:ext cx="1508760" cy="256032"/>
          </a:xfrm>
          <a:prstGeom prst="roundRect">
            <a:avLst>
              <a:gd name="adj" fmla="val 21429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46920" y="438912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1.2% / 24 HOURS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46520" y="480060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Measured on real Android hardware across 24-hour background cycles. Zero wakelocks, zero continuous location pings, zero battery drain.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0725912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560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// ROADMAP &amp; CIVILIZATIONAL VISION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 (TOP 1%) — THE PROOF-OF-FOCUS ENGINE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64008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HACKFRONT INDIA 2026 // PROTOTYPE SUBMISSION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Future: From Personal App to Focus Infrastructure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the global standard for cognitive reputation in the age of generative AI.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25146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4884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Consumer Android &amp; Focus Duels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rollout, 1v1 multiplayer duels, and 3D streetwear merch customizer.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97764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7764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PROTOTYPE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74720" y="1965960"/>
            <a:ext cx="25146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14884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24231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Institutional &amp; Exam Leagues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30175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Leaderboards for university batches, competitive exam cohorts, and engineering hackathons.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0" y="397764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397764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 2026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17920" y="1965960"/>
            <a:ext cx="25146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14884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24231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B2B Enterprise Team Sprints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30175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Remote engineering &amp; design sprint pools with team accountability and verifiable focus credits.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397764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97764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 2027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961120" y="1965960"/>
            <a:ext cx="25146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214884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0" y="24231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Ring &amp; Hardware Sync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0" y="30175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Biometric integration (HRV, sleep recovery, focus state) with smart wearable rings.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44000" y="397764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0" y="397764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 2027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31520" y="4663440"/>
            <a:ext cx="10725912" cy="1463040"/>
          </a:xfrm>
          <a:prstGeom prst="roundRect">
            <a:avLst>
              <a:gd name="adj" fmla="val 9375"/>
            </a:avLst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48463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DISCIPLINE IS THE NEW GLOBAL CURRENCY.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005840" y="5303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you. We invite the jury to test the live prototype, review the verifiable source code, and join the Top 1%.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2026-10-28T13:16:40Z</dcterms:created>
  <dcterms:modified xsi:type="dcterms:W3CDTF">2026-10-28T13:16:40Z</dcterms:modified>
</cp:coreProperties>
</file>